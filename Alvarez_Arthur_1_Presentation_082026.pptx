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6" r:id="rId4"/>
    <p:sldId id="258" r:id="rId5"/>
    <p:sldId id="262" r:id="rId6"/>
    <p:sldId id="263" r:id="rId7"/>
    <p:sldId id="264" r:id="rId8"/>
    <p:sldId id="265" r:id="rId9"/>
    <p:sldId id="266" r:id="rId10"/>
    <p:sldId id="259" r:id="rId11"/>
    <p:sldId id="267" r:id="rId12"/>
    <p:sldId id="268" r:id="rId13"/>
    <p:sldId id="269" r:id="rId14"/>
    <p:sldId id="260" r:id="rId15"/>
    <p:sldId id="261" r:id="rId16"/>
    <p:sldId id="270" r:id="rId17"/>
    <p:sldId id="271" r:id="rId18"/>
    <p:sldId id="273" r:id="rId19"/>
    <p:sldId id="275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8B098E-F5A8-C33D-2EE9-87D4FC972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D52068B-8247-B642-D20F-001AE093F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316085-9851-E3A2-CF23-C403D10E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61A0-F57C-4105-811E-46C755FB86B6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B75F9E-0159-3624-22B4-B84F0141A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CAD86C-842A-EBE3-ABD8-C3A24D85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F54A-91B8-47C8-B3FD-AAB44036D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4965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F4659-DF82-430C-E5E8-7C89FF751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ADBDD3-BCAE-7D32-B350-D4926058A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71AC46-1100-7995-5B1F-40D9E859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61A0-F57C-4105-811E-46C755FB86B6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C8FD58-379D-DC5F-E38C-45EB9C999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F8CEB6-B129-4207-512A-522E2EC2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F54A-91B8-47C8-B3FD-AAB44036D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313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19D2DA-FAF6-10B7-2B06-C1A4ED11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D35D3A-25A8-CD49-7BD2-E2BBB2979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6EC14A-AACF-AA2A-F149-25E05D5B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61A0-F57C-4105-811E-46C755FB86B6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C01B64-7D28-C4B5-4464-0D2FA0DD3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15A4B1-5F62-13FA-9060-9D5C7304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F54A-91B8-47C8-B3FD-AAB44036D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5735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A3541A-82FE-3815-3C0F-4A2CB1F7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2D5EAE-6B49-A7CE-E2B4-CFF473402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E07CC3-CC77-A019-3C15-D384AD6EE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AC4B38-9ED4-55E4-9468-E0F141E7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61A0-F57C-4105-811E-46C755FB86B6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266F94-D0F2-1833-6F79-D7FC63EF3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EDC132-2569-08D0-5E47-FD622950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F54A-91B8-47C8-B3FD-AAB44036D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2471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B5D7C1-AF2E-E641-6662-B964D459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FD131E-CBBE-1B94-103B-DFDEE84FA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B59CB8-AD46-DE73-6A47-BD4C53F72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4B06531-206B-5E47-20E8-74087939D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C1C9471-C034-D490-9DD8-06AEAF192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7B33754-F810-0B10-5704-BD087F03C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61A0-F57C-4105-811E-46C755FB86B6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5C16EF2-D7DE-60A8-299B-51D7E6167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E1799B1-BA16-1187-5A28-1875BE12D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F54A-91B8-47C8-B3FD-AAB44036D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844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6D380D-7F35-5086-FCE2-2D8D9EAB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D58095D-28D3-D826-BD1B-C72B4FAA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61A0-F57C-4105-811E-46C755FB86B6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123822-F2FB-79D0-1FA6-8F63D7B9A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3AA4812-925D-E79E-EA5E-CD414FD6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F54A-91B8-47C8-B3FD-AAB44036D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9648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2592349-8F98-450C-BFEA-EE80125F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61A0-F57C-4105-811E-46C755FB86B6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466A295-F4CD-0C68-93F6-F3D0B2192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9B64ED-2DAA-FE18-A597-E9C951A5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F54A-91B8-47C8-B3FD-AAB44036D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577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4ED859-5DA0-EAB5-AE8C-3B2DEDE0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2B2638-7207-DCBF-21F6-73F15963A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7053DE-9925-A2B8-0595-DFC5DE33E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B07986B-1774-9859-585A-6371E423D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61A0-F57C-4105-811E-46C755FB86B6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D60794-F71A-7417-2098-9DFE109F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E2EF3D-E7CD-BA99-97D4-F3D2D7663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F54A-91B8-47C8-B3FD-AAB44036D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88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622268-BA4A-CF57-B5CE-ACCA16D1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BBC9307-153D-040C-A7E3-F6EBE3A5A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61C52B-4B92-0CE5-74C0-7DD1B74EA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0BD336F-27D4-07C9-EF59-99D7A305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61A0-F57C-4105-811E-46C755FB86B6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D9D00E-8C5A-D40F-61C6-AA5A8B35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D58DE2-C81C-B7F4-8003-5D10DB7D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F54A-91B8-47C8-B3FD-AAB44036D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551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79FB8C-B569-50CD-E326-527428DD8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7801136-BFE2-4247-75CE-3CE3A19B2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F4AA2B-3D37-F101-9722-12179A19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61A0-F57C-4105-811E-46C755FB86B6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2C289E-DB2F-702C-CACD-65A9A599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D09FC9-3522-535D-5507-8FAE4369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F54A-91B8-47C8-B3FD-AAB44036D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592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38D6300-1647-ED4A-43DC-87F6DA93A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92561E-42AB-2E69-474E-404638D4B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CB1C77-D455-DE3B-71F4-28706141A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B61A0-F57C-4105-811E-46C755FB86B6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E634A0-CB05-8CC9-E736-4042EB97A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A0EFAF-5C67-E295-9A99-087F7AEF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F54A-91B8-47C8-B3FD-AAB44036D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556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172641D-75EE-F275-6365-A889FEBE9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05EB97-D483-8913-42CF-95813D194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1BA637-E375-87E5-61A7-6C2F3041F6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B61A0-F57C-4105-811E-46C755FB86B6}" type="datetimeFigureOut">
              <a:rPr lang="fr-FR" smtClean="0"/>
              <a:t>21/08/2026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BE821B-FDBB-9ABB-8D58-7F89776A8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E3EFA9-1961-6E40-01A8-C7A829A13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DF54A-91B8-47C8-B3FD-AAB44036DA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724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nque-france.fr/fr/communiques-de-presse/le-nombre-de-faux-billets-en-euros-est-reste-faible-en-202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327CE9-E2B5-13E8-2A03-8E148CBF34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P12: Détectez des faux billets avec Python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72B98B-BA2A-B679-C4FD-7F10FD23DF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380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2A701E-E977-D873-FCD8-9ADC12755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6A7374-82E7-B501-732B-96730177E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  <a:p>
            <a:r>
              <a:rPr lang="fr-FR" dirty="0"/>
              <a:t>1/ Analyses</a:t>
            </a:r>
          </a:p>
          <a:p>
            <a:r>
              <a:rPr lang="fr-FR" dirty="0"/>
              <a:t>2/ Traitement</a:t>
            </a:r>
          </a:p>
          <a:p>
            <a:r>
              <a:rPr lang="fr-FR" dirty="0"/>
              <a:t>3/ Algorithmes</a:t>
            </a:r>
          </a:p>
          <a:p>
            <a:r>
              <a:rPr lang="fr-FR" dirty="0"/>
              <a:t>4/ Application de prédiction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420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DF3A5-018F-B138-97A2-8E7C826C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pic>
        <p:nvPicPr>
          <p:cNvPr id="5122" name="Picture 2" descr="Graphique">
            <a:extLst>
              <a:ext uri="{FF2B5EF4-FFF2-40B4-BE49-F238E27FC236}">
                <a16:creationId xmlns:a16="http://schemas.microsoft.com/office/drawing/2014/main" id="{A7393ACA-5E26-5DD3-8B04-DCCF90EAD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722" y="1600253"/>
            <a:ext cx="6953250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8E05FFF1-34E2-93A9-DD8B-9AE595C5D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2" y="1996446"/>
            <a:ext cx="10515600" cy="4351338"/>
          </a:xfrm>
        </p:spPr>
        <p:txBody>
          <a:bodyPr/>
          <a:lstStyle/>
          <a:p>
            <a:r>
              <a:rPr lang="fr-FR" dirty="0"/>
              <a:t>Faux billet = pas remboursé</a:t>
            </a:r>
          </a:p>
          <a:p>
            <a:r>
              <a:rPr lang="fr-FR" dirty="0"/>
              <a:t>Coût : plusieurs M€</a:t>
            </a:r>
          </a:p>
          <a:p>
            <a:r>
              <a:rPr lang="fr-FR" dirty="0"/>
              <a:t>Besoin d’automatisation</a:t>
            </a:r>
            <a:br>
              <a:rPr lang="fr-FR" dirty="0"/>
            </a:br>
            <a:r>
              <a:rPr lang="fr-FR" dirty="0"/>
              <a:t>pour éviter les erreurs</a:t>
            </a:r>
            <a:br>
              <a:rPr lang="fr-FR" dirty="0"/>
            </a:br>
            <a:r>
              <a:rPr lang="fr-FR" dirty="0"/>
              <a:t>humaines et accélérer</a:t>
            </a:r>
            <a:br>
              <a:rPr lang="fr-FR" dirty="0"/>
            </a:br>
            <a:r>
              <a:rPr lang="fr-FR" dirty="0"/>
              <a:t>les contrôles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7D0BC1F-5491-0165-977B-41383B76DBE5}"/>
              </a:ext>
            </a:extLst>
          </p:cNvPr>
          <p:cNvSpPr txBox="1"/>
          <p:nvPr/>
        </p:nvSpPr>
        <p:spPr>
          <a:xfrm>
            <a:off x="5463598" y="5557311"/>
            <a:ext cx="6575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00" dirty="0"/>
              <a:t>Source: </a:t>
            </a:r>
            <a:r>
              <a:rPr lang="fr-FR" sz="900" dirty="0">
                <a:hlinkClick r:id="rId3"/>
              </a:rPr>
              <a:t>https://www.banque-france.fr/fr/communiques-de-presse/le-nombre-de-faux-billets-en-euros-est-reste-faible-en-2024</a:t>
            </a:r>
            <a:endParaRPr lang="fr-FR" sz="900" dirty="0"/>
          </a:p>
        </p:txBody>
      </p:sp>
    </p:spTree>
    <p:extLst>
      <p:ext uri="{BB962C8B-B14F-4D97-AF65-F5344CB8AC3E}">
        <p14:creationId xmlns:p14="http://schemas.microsoft.com/office/powerpoint/2010/main" val="3345295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B88B17-2CAF-5188-EFA4-49A9EEBC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1/ Analyses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D7B369-8962-6C9E-73E4-D092B4170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10316"/>
            <a:ext cx="11018855" cy="5023236"/>
          </a:xfrm>
        </p:spPr>
        <p:txBody>
          <a:bodyPr>
            <a:normAutofit/>
          </a:bodyPr>
          <a:lstStyle/>
          <a:p>
            <a:r>
              <a:rPr lang="fr-FR" dirty="0"/>
              <a:t>Pandas pour lire le CSV et le </a:t>
            </a:r>
            <a:r>
              <a:rPr lang="fr-FR" dirty="0" err="1"/>
              <a:t>transfomer</a:t>
            </a:r>
            <a:r>
              <a:rPr lang="fr-FR" dirty="0"/>
              <a:t> en </a:t>
            </a:r>
            <a:r>
              <a:rPr lang="fr-FR" dirty="0" err="1"/>
              <a:t>DataFrame</a:t>
            </a:r>
            <a:endParaRPr lang="fr-FR" dirty="0"/>
          </a:p>
          <a:p>
            <a:r>
              <a:rPr lang="fr-FR" dirty="0"/>
              <a:t>Vérification valeurs nulles : 37 valeurs dans </a:t>
            </a:r>
            <a:r>
              <a:rPr lang="fr-FR" dirty="0" err="1"/>
              <a:t>margin_low</a:t>
            </a:r>
            <a:endParaRPr lang="fr-FR" dirty="0"/>
          </a:p>
          <a:p>
            <a:r>
              <a:rPr lang="fr-FR" dirty="0"/>
              <a:t>Suppression de ces valeurs pour éviter les erreurs plus tard</a:t>
            </a:r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A39B324-905C-53DC-5946-437006427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46" y="3673492"/>
            <a:ext cx="7240010" cy="1895740"/>
          </a:xfrm>
          <a:prstGeom prst="rect">
            <a:avLst/>
          </a:prstGeom>
        </p:spPr>
      </p:pic>
      <p:pic>
        <p:nvPicPr>
          <p:cNvPr id="9" name="Image 8" descr="Une image contenant texte, Police, capture d’écran, typographie&#10;&#10;Le contenu généré par l’IA peut être incorrect.">
            <a:extLst>
              <a:ext uri="{FF2B5EF4-FFF2-40B4-BE49-F238E27FC236}">
                <a16:creationId xmlns:a16="http://schemas.microsoft.com/office/drawing/2014/main" id="{684C6D2F-2E8A-8AE0-86C6-C78E14D10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808" y="3683019"/>
            <a:ext cx="1762371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854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BAE8C7-80FF-D74F-E342-327FB9FF2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1/ Analyses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E751BF-C600-27C6-CBBB-C69696DC2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Première vue globale : nombres, moyennes, écart types, </a:t>
            </a:r>
            <a:r>
              <a:rPr lang="fr-FR" dirty="0" err="1"/>
              <a:t>etc</a:t>
            </a:r>
            <a:endParaRPr lang="fr-FR" dirty="0"/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9B5CEA54-5871-CD5B-6F58-7823C2DCD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754" y="2676857"/>
            <a:ext cx="8645860" cy="325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32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3553FE-3984-B007-6818-9B810368D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1/ Analyses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FCC5B7-276D-11E0-EFC4-4547E3F42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Comparaison entre les vrais et faux billets</a:t>
            </a:r>
          </a:p>
          <a:p>
            <a:r>
              <a:rPr lang="fr-FR" dirty="0"/>
              <a:t>Observation : écarts types importants sur </a:t>
            </a:r>
            <a:r>
              <a:rPr lang="fr-FR" dirty="0" err="1"/>
              <a:t>margin_low</a:t>
            </a:r>
            <a:r>
              <a:rPr lang="fr-FR" dirty="0"/>
              <a:t> et </a:t>
            </a:r>
            <a:r>
              <a:rPr lang="fr-FR" dirty="0" err="1"/>
              <a:t>length</a:t>
            </a:r>
            <a:endParaRPr lang="fr-FR" dirty="0"/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72D1F449-6949-FC41-0B14-1275C13F5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894" y="2904851"/>
            <a:ext cx="7660211" cy="327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49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BB5070-EF5D-76D9-2D69-025A4276E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54380" cy="1325563"/>
          </a:xfrm>
        </p:spPr>
        <p:txBody>
          <a:bodyPr/>
          <a:lstStyle/>
          <a:p>
            <a:pPr algn="ctr"/>
            <a:r>
              <a:rPr lang="fr-FR" dirty="0"/>
              <a:t>1/ Analyses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C8A91C-5839-0E06-2310-8ACBA56F9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r>
              <a:rPr lang="fr-FR" dirty="0" err="1"/>
              <a:t>Pairplot</a:t>
            </a:r>
            <a:r>
              <a:rPr lang="fr-FR" dirty="0"/>
              <a:t> pour comparer </a:t>
            </a:r>
          </a:p>
          <a:p>
            <a:pPr marL="0" indent="0">
              <a:buNone/>
            </a:pPr>
            <a:r>
              <a:rPr lang="fr-FR" dirty="0"/>
              <a:t>les variables entre elles</a:t>
            </a:r>
          </a:p>
        </p:txBody>
      </p:sp>
      <p:pic>
        <p:nvPicPr>
          <p:cNvPr id="5" name="Image 4" descr="Une image contenant texte&#10;&#10;Le contenu généré par l’IA peut être incorrect.">
            <a:extLst>
              <a:ext uri="{FF2B5EF4-FFF2-40B4-BE49-F238E27FC236}">
                <a16:creationId xmlns:a16="http://schemas.microsoft.com/office/drawing/2014/main" id="{60AA12D8-0C14-4E20-2F5F-F912B9186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195" y="0"/>
            <a:ext cx="73598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3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4D3008-2FBE-F713-3377-A45EAC0BE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1/ Analyses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1AFDC2-9FF9-5BF2-66AC-454565390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PCA pour confirmer que chaque variable est utile</a:t>
            </a:r>
          </a:p>
          <a:p>
            <a:r>
              <a:rPr lang="fr-FR" dirty="0"/>
              <a:t>Nombre de composantes pour expliquer 95% de la variance : 6 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E20454DE-C414-8B9D-2BF7-5DC39DA28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474" y="3015874"/>
            <a:ext cx="6797608" cy="384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605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EE631D-D065-1BFF-BE5A-EF489171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2/ Traitement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E143D4-01ED-4083-F3A0-84BED0F4C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266" y="1423691"/>
            <a:ext cx="10515600" cy="4351338"/>
          </a:xfrm>
        </p:spPr>
        <p:txBody>
          <a:bodyPr/>
          <a:lstStyle/>
          <a:p>
            <a:r>
              <a:rPr lang="fr-FR" dirty="0"/>
              <a:t>Séparation des variables explicatives de la cible :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Création des jeux d’entrainement (80%) et de test (20%) :</a:t>
            </a:r>
            <a:br>
              <a:rPr lang="fr-FR" dirty="0"/>
            </a:br>
            <a:r>
              <a:rPr lang="fr-FR" sz="1600" dirty="0" err="1"/>
              <a:t>stratify</a:t>
            </a:r>
            <a:r>
              <a:rPr lang="fr-FR" sz="1600" dirty="0"/>
              <a:t>=y sert à garantir la même proportion de </a:t>
            </a:r>
            <a:r>
              <a:rPr lang="fr-FR" sz="1600" dirty="0" err="1"/>
              <a:t>true</a:t>
            </a:r>
            <a:r>
              <a:rPr lang="fr-FR" sz="1600" dirty="0"/>
              <a:t> et false dans chaque jeu</a:t>
            </a:r>
          </a:p>
          <a:p>
            <a:endParaRPr lang="fr-FR" dirty="0"/>
          </a:p>
          <a:p>
            <a:r>
              <a:rPr lang="fr-FR" dirty="0"/>
              <a:t>Standardisation des données (</a:t>
            </a:r>
            <a:r>
              <a:rPr lang="fr-FR" dirty="0" err="1"/>
              <a:t>moy</a:t>
            </a:r>
            <a:r>
              <a:rPr lang="fr-FR" dirty="0"/>
              <a:t>=0, std=1)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B28A4F6-1231-0786-9811-61E65EA90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65585"/>
            <a:ext cx="6744641" cy="52394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E39CF44-15B9-8191-CE5A-E11250C07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26" y="3680046"/>
            <a:ext cx="7554379" cy="276264"/>
          </a:xfrm>
          <a:prstGeom prst="rect">
            <a:avLst/>
          </a:prstGeom>
        </p:spPr>
      </p:pic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56B93D7-A967-7C8E-F25E-42817A633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26" y="4663820"/>
            <a:ext cx="8478433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43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AB1C6F-31DB-6F57-2550-41AB95CA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3/ Algorithmes testés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D02FAA-EA82-4897-D3B3-9C53EDCC7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040" y="1463885"/>
            <a:ext cx="10515600" cy="4351338"/>
          </a:xfrm>
        </p:spPr>
        <p:txBody>
          <a:bodyPr/>
          <a:lstStyle/>
          <a:p>
            <a:r>
              <a:rPr lang="fr-FR" dirty="0"/>
              <a:t>Régression logistique</a:t>
            </a:r>
          </a:p>
        </p:txBody>
      </p:sp>
      <p:pic>
        <p:nvPicPr>
          <p:cNvPr id="4098" name="Picture 2" descr="Understanding Logistic Regression: A Cornerstone of Classification in Data  Science | by Algorithm Alchemist | GoPenAI">
            <a:extLst>
              <a:ext uri="{FF2B5EF4-FFF2-40B4-BE49-F238E27FC236}">
                <a16:creationId xmlns:a16="http://schemas.microsoft.com/office/drawing/2014/main" id="{DB4051A2-25CC-F375-F4C3-FA5C4B293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261" y="1253330"/>
            <a:ext cx="6578379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309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40870F-7F44-CE8B-B37E-8B6DCD887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3/ Algorithmes testés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22C21A-62E8-ECBF-2E33-C4509BD99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KNN</a:t>
            </a:r>
          </a:p>
        </p:txBody>
      </p:sp>
      <p:pic>
        <p:nvPicPr>
          <p:cNvPr id="5" name="Image 4" descr="Une image contenant cercle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498DDD81-E496-28E1-0C16-269C863AD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388" y="1491290"/>
            <a:ext cx="4414247" cy="387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32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2C5F1-7820-7911-3C5D-D4634210A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6A19CC-6384-DE70-7079-7ECB5F4F0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3/ Algorithmes testés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432728-B2D7-AE19-D20D-34EF3EB9F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pic>
        <p:nvPicPr>
          <p:cNvPr id="2050" name="Picture 2" descr="012 Machine Learning - Introduction to Random Forest - Master Data Science  30.08.2022">
            <a:extLst>
              <a:ext uri="{FF2B5EF4-FFF2-40B4-BE49-F238E27FC236}">
                <a16:creationId xmlns:a16="http://schemas.microsoft.com/office/drawing/2014/main" id="{D08F6D0E-5D88-8A4C-9EB4-25DFD5541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713" y="1507253"/>
            <a:ext cx="6077725" cy="4516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620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B1FE2-F0C3-49F5-0387-3AE58F4C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3DDC15-C078-906E-25B5-F2051ECC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3/ Algorithmes testés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F71AEB-071F-5821-56C3-23643AAA7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KMeans</a:t>
            </a:r>
            <a:endParaRPr lang="fr-FR" dirty="0"/>
          </a:p>
        </p:txBody>
      </p:sp>
      <p:pic>
        <p:nvPicPr>
          <p:cNvPr id="3074" name="Picture 2" descr="Implémentation de l'algorithme K-Means en Python">
            <a:extLst>
              <a:ext uri="{FF2B5EF4-FFF2-40B4-BE49-F238E27FC236}">
                <a16:creationId xmlns:a16="http://schemas.microsoft.com/office/drawing/2014/main" id="{4DA4A506-1206-EA9C-83AF-BCAFA5BF4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812" y="1369715"/>
            <a:ext cx="6434295" cy="361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085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BAB4B1-F95D-E8A2-70FB-30A53E577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3/ Choix de l’algorithme final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249B91-AF97-BA58-A2A2-24A6FD2B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Kmeans</a:t>
            </a:r>
            <a:r>
              <a:rPr lang="fr-FR" dirty="0"/>
              <a:t> éliminé car impossible de savoir quel groupe est le vrai ou le faux à l’avance</a:t>
            </a:r>
          </a:p>
          <a:p>
            <a:r>
              <a:rPr lang="fr-FR" dirty="0"/>
              <a:t>Boucle de 100 fois sur les 3 autres pour avoir une moyenne de précision -&gt; reg log meilleur</a:t>
            </a:r>
          </a:p>
          <a:p>
            <a:r>
              <a:rPr lang="fr-FR" dirty="0"/>
              <a:t>Pipeline et sauvegarde</a:t>
            </a:r>
          </a:p>
        </p:txBody>
      </p:sp>
    </p:spTree>
    <p:extLst>
      <p:ext uri="{BB962C8B-B14F-4D97-AF65-F5344CB8AC3E}">
        <p14:creationId xmlns:p14="http://schemas.microsoft.com/office/powerpoint/2010/main" val="1428688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6CE188-FDB2-E06A-83A2-A74BFC611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4/ Application de prédiction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A7320C-6A90-DEF0-5718-27FBFD9D9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Application PyQt6 :</a:t>
            </a:r>
            <a:br>
              <a:rPr lang="fr-FR" dirty="0"/>
            </a:br>
            <a:r>
              <a:rPr lang="fr-FR" dirty="0"/>
              <a:t>- Charger un fichier CSV</a:t>
            </a:r>
            <a:br>
              <a:rPr lang="fr-FR" dirty="0"/>
            </a:br>
            <a:r>
              <a:rPr lang="fr-FR" dirty="0"/>
              <a:t>- Appliquer notre modèle de prédiction</a:t>
            </a:r>
            <a:br>
              <a:rPr lang="fr-FR" dirty="0"/>
            </a:br>
            <a:r>
              <a:rPr lang="fr-FR" dirty="0"/>
              <a:t>- Sauvegarder le résultat</a:t>
            </a:r>
          </a:p>
        </p:txBody>
      </p:sp>
      <p:pic>
        <p:nvPicPr>
          <p:cNvPr id="5" name="Image 4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0C7680A4-A9C9-88C3-0433-51018900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82" y="3553271"/>
            <a:ext cx="6365855" cy="293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32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6A783B-FEA7-B206-668F-ECA4D7BA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4/ Application de prédiction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3F444E-C67C-6F33-87B2-A6587DA78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Prérequis : </a:t>
            </a:r>
            <a:br>
              <a:rPr lang="fr-FR" dirty="0"/>
            </a:br>
            <a:r>
              <a:rPr lang="fr-FR" dirty="0"/>
              <a:t>- fichier </a:t>
            </a:r>
            <a:r>
              <a:rPr lang="fr-FR" dirty="0" err="1"/>
              <a:t>modele_billets.joblib</a:t>
            </a:r>
            <a:r>
              <a:rPr lang="fr-FR" dirty="0"/>
              <a:t> dans le dossier de l’app</a:t>
            </a:r>
            <a:br>
              <a:rPr lang="fr-FR" dirty="0"/>
            </a:br>
            <a:r>
              <a:rPr lang="fr-FR" dirty="0"/>
              <a:t>- Un fichier csv avec au moins ces colonnes :</a:t>
            </a:r>
          </a:p>
          <a:p>
            <a:endParaRPr lang="fr-FR" dirty="0"/>
          </a:p>
          <a:p>
            <a:r>
              <a:rPr lang="fr-FR" dirty="0"/>
              <a:t>Options :</a:t>
            </a:r>
            <a:br>
              <a:rPr lang="fr-FR" dirty="0"/>
            </a:br>
            <a:r>
              <a:rPr lang="fr-FR" dirty="0"/>
              <a:t>- Mode sombre/clair</a:t>
            </a:r>
            <a:br>
              <a:rPr lang="fr-FR" dirty="0"/>
            </a:br>
            <a:r>
              <a:rPr lang="fr-FR" dirty="0"/>
              <a:t>- Choix du séparateur</a:t>
            </a:r>
            <a:br>
              <a:rPr lang="fr-FR" dirty="0"/>
            </a:br>
            <a:r>
              <a:rPr lang="fr-FR" dirty="0"/>
              <a:t>- Dépôt CSV : glisser déposer ou parcourir</a:t>
            </a:r>
          </a:p>
          <a:p>
            <a:endParaRPr lang="fr-FR" dirty="0"/>
          </a:p>
          <a:p>
            <a:r>
              <a:rPr lang="fr-FR" dirty="0"/>
              <a:t>L’application garde en mémoire les derniers paramètres utilisés (mode, séparateur, dossier, …)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E52374-47B0-7E31-32C8-2494B135A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167" y="2847018"/>
            <a:ext cx="8659433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79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11DFC7-3085-76D7-7E8B-5B7A2074C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4/ Application de prédiction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0339BC-EFBF-72E8-AC31-37435C1A1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Utilisation classique :</a:t>
            </a:r>
          </a:p>
          <a:p>
            <a:r>
              <a:rPr lang="fr-FR" dirty="0"/>
              <a:t>L’utilisateur ouvre l’application.</a:t>
            </a:r>
          </a:p>
          <a:p>
            <a:r>
              <a:rPr lang="fr-FR" dirty="0"/>
              <a:t>Il choisit le séparateur CSV et le thème si besoin.</a:t>
            </a:r>
          </a:p>
          <a:p>
            <a:r>
              <a:rPr lang="fr-FR" dirty="0"/>
              <a:t>Il dépose ou sélectionne un fichier CSV.</a:t>
            </a:r>
          </a:p>
          <a:p>
            <a:r>
              <a:rPr lang="fr-FR" dirty="0"/>
              <a:t>Le fichier est lu, vérifié, et traité par le modèle.</a:t>
            </a:r>
          </a:p>
          <a:p>
            <a:r>
              <a:rPr lang="fr-FR" dirty="0"/>
              <a:t>L’utilisateur sauvegarde le nouveau fichier avec la prédiction dans le dossier de son choix.</a:t>
            </a:r>
          </a:p>
        </p:txBody>
      </p:sp>
    </p:spTree>
    <p:extLst>
      <p:ext uri="{BB962C8B-B14F-4D97-AF65-F5344CB8AC3E}">
        <p14:creationId xmlns:p14="http://schemas.microsoft.com/office/powerpoint/2010/main" val="1699307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B83CF7-4809-DE1F-A052-E044F5B17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4/ Application de prédiction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CCF901-99FA-8B82-C3CE-A80AD167D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Fichier final avec la prédiction ajoutée :</a:t>
            </a:r>
          </a:p>
        </p:txBody>
      </p:sp>
      <p:pic>
        <p:nvPicPr>
          <p:cNvPr id="7" name="Image 6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D1B2A732-6EF0-6B27-876C-52A49435B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976" y="2281237"/>
            <a:ext cx="688657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54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C2D951-4993-841B-1685-98B98E7C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4B81AF-9D7D-6896-4F3C-465E9A64F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Des questions ?</a:t>
            </a:r>
          </a:p>
        </p:txBody>
      </p:sp>
    </p:spTree>
    <p:extLst>
      <p:ext uri="{BB962C8B-B14F-4D97-AF65-F5344CB8AC3E}">
        <p14:creationId xmlns:p14="http://schemas.microsoft.com/office/powerpoint/2010/main" val="23102172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455</Words>
  <Application>Microsoft Office PowerPoint</Application>
  <PresentationFormat>Grand écran</PresentationFormat>
  <Paragraphs>67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Thème Office</vt:lpstr>
      <vt:lpstr>P12: Détectez des faux billets avec Python</vt:lpstr>
      <vt:lpstr>Sommaire</vt:lpstr>
      <vt:lpstr>Introduction</vt:lpstr>
      <vt:lpstr>1/ Analyses</vt:lpstr>
      <vt:lpstr>1/ Analyses</vt:lpstr>
      <vt:lpstr>1/ Analyses</vt:lpstr>
      <vt:lpstr>1/ Analyses</vt:lpstr>
      <vt:lpstr>1/ Analyses</vt:lpstr>
      <vt:lpstr>2/ Traitement</vt:lpstr>
      <vt:lpstr>3/ Algorithmes testés</vt:lpstr>
      <vt:lpstr>3/ Algorithmes testés</vt:lpstr>
      <vt:lpstr>3/ Algorithmes testés</vt:lpstr>
      <vt:lpstr>3/ Algorithmes testés</vt:lpstr>
      <vt:lpstr>3/ Choix de l’algorithme final</vt:lpstr>
      <vt:lpstr>4/ Application de prédiction</vt:lpstr>
      <vt:lpstr>4/ Application de prédiction</vt:lpstr>
      <vt:lpstr>4/ Application de prédiction</vt:lpstr>
      <vt:lpstr>4/ Application de prédiction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ALVAREZ Arthur</dc:creator>
  <cp:lastModifiedBy>ALVAREZ Arthur</cp:lastModifiedBy>
  <cp:revision>4</cp:revision>
  <dcterms:created xsi:type="dcterms:W3CDTF">2026-03-03T08:39:05Z</dcterms:created>
  <dcterms:modified xsi:type="dcterms:W3CDTF">2026-08-21T17:03:19Z</dcterms:modified>
</cp:coreProperties>
</file>